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80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4773168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Exploratory Data Analysis of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Airbnb Pricing &amp; Availability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C425"/>
                </a:solidFill>
              </a:rPr>
              <a:t>Trends in London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Balihar Singh Sohal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</a:rPr>
              <a:t>605IT Individual Computing Science Project  ·  Coventry University  · 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595B"/>
                </a:solidFill>
              </a:rPr>
              <a:t>Dataset: Inside Airbnb London  ·  96,871 listings  ·  Python / scikit-learn / Jupyter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AIM &amp;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Project Aim &amp; Objectives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321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64008" cy="658368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152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595B"/>
                </a:solidFill>
              </a:rPr>
              <a:t>Aim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To investigate the factors influencing Airbnb listing prices and availability across London using EDA, in order to identify patterns and generate actionable insights for hosts, guests, and platform stakeholders.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901952"/>
            <a:ext cx="50292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221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425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993392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Collect &amp; prepare the Inside Airbnb London dataset — cleaning, missing values, IQR outlier removal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0195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901952"/>
            <a:ext cx="50292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221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425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1993392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Analyse pricing patterns &amp; availability trends across boroughs and room types via EDA &amp; visualisation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154680"/>
            <a:ext cx="50292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474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425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461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Investigate relationships between key features — price, location, accommodates, reviews — using correlation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1546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50292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3474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425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2461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Develop &amp; evaluate two ML models: Random Forest classifier (room type) and Linear Regression (price prediction)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DATASET &amp;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Dataset &amp;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96,871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Raw listings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35.4M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Calendar rows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2.1M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Review 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57,768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Clean listings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24028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240280"/>
            <a:ext cx="347472" cy="43891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2402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2276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Data Loading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" y="245973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95B"/>
                </a:solidFill>
              </a:rPr>
              <a:t>listings.csv, calendar.csv.gz, reviews.csv.gz from insideairbnb.com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74320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2743200"/>
            <a:ext cx="347472" cy="43891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74320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" y="2779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Data Cleaning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" y="29626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95B"/>
                </a:solidFill>
              </a:rPr>
              <a:t>Null handling, type fixes, dropped irrelevant columns, filled missing values with median/unknown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24612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246120"/>
            <a:ext cx="347472" cy="43891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24612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" y="3282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Outlier Removal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" y="34655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95B"/>
                </a:solidFill>
              </a:rPr>
              <a:t>IQR method applied to price column — removed 4,195 extreme outliers above upper bound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74904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3749040"/>
            <a:ext cx="347472" cy="43891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74904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0392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EDA &amp; Visualisation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" y="396849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95B"/>
                </a:solidFill>
              </a:rPr>
              <a:t>Price distribution, neighbourhood analysis, room types, correlation heatmap, superhost comparison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425196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4251960"/>
            <a:ext cx="347472" cy="43891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425196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0392" y="4288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Machine Learning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0392" y="4471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595B"/>
                </a:solidFill>
              </a:rPr>
              <a:t>Random Forest classifier (room type) + Linear Regression (price prediction) with train/test split 80/20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Pricing &amp; Room Type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£126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Median price/night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£147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Mean price/night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67%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Entire home/apt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£184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Avg entire home price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21284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212848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Price distribution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4871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Right-skewed — most listings cluster £50–£150/night. Mean (£147) is pulled above median (£126) by higher-priced listings, confirming positive skew.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072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Room type breakdown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2918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Entire home/apt dominates at 38,492 listings (67%). Private rooms account for 33% at avg £74/night — 60% cheaper than entire homes.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82219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822192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877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Availability patterns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Mean availability of 213 days/year. Large spike at 365 days suggests significant commercial/professional host activity in London.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Price Distribution &amp; Room Type Breakdown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1_price_distribution_room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Average Price by Room Type &amp; Availability Distribution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3_room_type_price_avail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Neighbourhood &amp; Correlation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£229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City of London avg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6,911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Westminster listings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0.57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Price-Accommodates 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0.04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Price-Rating 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21284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212848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Neighbourhood pricing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4871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Clear central London premium — City of London (£229), Kensington &amp; Chelsea (£210), Westminster (£202) are the most expensive. Westminster also has the most listings (6,911), showing high demand drives both supply and price.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072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Correlation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2918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Accommodates is the strongest price predictor (r=0.57). Bedrooms (0.48) and beds (0.42) also significant. Review score has near-zero correlation with price (r=0.04), confirming that high ratings do not necessarily command higher prices.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82219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822192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877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Superhost effect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Superhosts charge a modest £8 premium on average (£153 vs £145). The small difference suggests superhost status alone does not substantially drive pricing in London's competitive market.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Neighbourhood Pricing &amp; Listing Count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2_neighbourhood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Correlation Heatmap &amp; Review Score vs Price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4_correlation_re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EDA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Superhost Comparison &amp; Neighbourhood Price Distribution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5_superhost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Model 1 — Random Forest Classifier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256032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425"/>
                </a:solidFill>
              </a:rPr>
              <a:t>91.12%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8595B"/>
                </a:solidFill>
              </a:rPr>
              <a:t>200 trees · max depth 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8595B"/>
                </a:solidFill>
              </a:rPr>
              <a:t>80/20 train-test split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8595B"/>
                </a:solidFill>
              </a:rPr>
              <a:t>random_state = 42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11556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1521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95B"/>
                </a:solidFill>
              </a:rPr>
              <a:t>Problem type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129844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Multi-class 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554480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5910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95B"/>
                </a:solidFill>
              </a:rPr>
              <a:t>Target variable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7373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Room type (4 classes)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993392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20299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95B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217627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Price, accommodates, bedrooms, neighbourhood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432304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95B"/>
                </a:solidFill>
              </a:rPr>
              <a:t>Entire home precision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261518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92% precision · 95% 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2871216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95B"/>
                </a:solidFill>
              </a:rPr>
              <a:t>Private room precision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054096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89% precision · 83% recall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331012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46120" y="3346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95B"/>
                </a:solidFill>
              </a:rPr>
              <a:t>Limitation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46120" y="349300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Class imbalance — hotel/shared rooms underrepresented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ML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Random Forest — Confusion Matrix &amp; Feature Importance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7_room_type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Model 2 — Linear Regression (Price Prediction)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0.51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R²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£45.89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Mean Abs Error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£63.00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115568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425"/>
                </a:solidFill>
              </a:rPr>
              <a:t>80/20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Train/Test Split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21284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212848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What it predicts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4871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Nightly listing price (£) based on accommodates, bedrooms, beds, bathrooms, minimum nights, availability, reviews, rating, neighbourhood, and room type.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072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Key coefficient findings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2918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Bathrooms (+£19) and bedrooms (+£17) are the strongest positive price drivers. Accommodates (+£12) and review score (+£10) also contribute positively. Room type encoding has the largest negative coefficient, reflecting the price gap between entire homes and private rooms.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82219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822192"/>
            <a:ext cx="64008" cy="71323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877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Comparison with literature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Paper 3 (Airbnb Pricing Based on Statistical ML Models) achieved R²=0.63 using XGBoost. Linear regression at R²=0.51 is expected to be lower — this is consistent with findings in the literature that ensemble methods outperform linear models for Airbnb price prediction.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ML 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Linear Regression — Actual vs Predicted &amp; Coefficients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08_price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REFLECTION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Critical Reflection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3210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502920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425"/>
                </a:solidFill>
              </a:rPr>
              <a:t>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188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What went well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Data cleaning was thorough and methodical. EDA produced clear, meaningful visualisations. The Random Forest classifier exceeded the 80% accuracy target at 91.12%. Ethics application successfully completed and approved.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83210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502920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425"/>
                </a:solidFill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3774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Challenges faced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Availability prediction plateaued at 65% due to external factors not captured in the dataset (cancellations, host blocking, events). Large calendar dataset (35M rows) required careful memory management and sampling strategies.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83210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493008"/>
            <a:ext cx="502920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425"/>
                </a:solidFill>
              </a:rPr>
              <a:t>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What I learned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Importance of thorough EDA before modelling. How to identify and address class imbalance. That model choice should be driven by the problem type — regression vs classification. How to critically justify switching models when initial results are insufficient.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Recommendations &amp; Future 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52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25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 price prediction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53619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Replace linear regression with XGBoost or Random Forest Regressor to improve R² score beyond 0.51, consistent with Paper 3's finding of R²=0.63 using XGBoost.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25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7980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Sentiment analysis on reviews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6382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Apply NLP techniques to analyse review text sentiment and explore whether positive/negative sentiment correlates with pricing or booking rates.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152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25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1704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Geographic heatmap visualisation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53619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Incorporate GeoPandas or Folium to produce interactive geographic heatmaps of pricing and availability across London boroughs.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25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7980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 interactive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16382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2E"/>
                </a:solidFill>
              </a:rPr>
              <a:t>Deploy findings into a Power BI dashboard — connecting directly to the Inside Airbnb dataset to enable interactive filtering by borough, room type, and price range. This would make insights accessible to non-technical stakeholders such as hosts and policymakers without requiring any coding knowledge.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595B"/>
                </a:solidFill>
              </a:rPr>
              <a:t>Balihar Singh Sohal  ·  605IT Individual Computing Science Project  ·  Coventry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4773168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 &amp;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36576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74320" cy="274320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Price is driven primarily by property size (accommodates, bedrooms) and location — central London boroughs command a significant premium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274320" cy="274320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Entire home/apt listings dominate London's market (67%) and cost 2.5x more than private rooms on average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4505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Review scores have near-zero correlation with price — guest satisfaction does not significantly influence nightly rates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274320" cy="274320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0723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Random Forest classifier achieved 91.12% accuracy in predicting room type — exceeding the 80% target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274320" cy="274320"/>
          </a:xfrm>
          <a:prstGeom prst="rect">
            <a:avLst/>
          </a:prstGeom>
          <a:solidFill>
            <a:srgbClr val="FFC425"/>
          </a:solidFill>
          <a:ln w="12700">
            <a:solidFill>
              <a:srgbClr val="FFC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6941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Linear Regression explains 51% of price variance (R²=0.51) — consistent with literature using linear models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C425"/>
                </a:solidFill>
              </a:rPr>
              <a:t>Thank you — happy to take 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1443</Words>
  <Application>Microsoft Macintosh PowerPoint</Application>
  <PresentationFormat>On-screen Show (16:9)</PresentationFormat>
  <Paragraphs>193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605IT Viva – Airbnb EDA London</dc:title>
  <dc:subject>PptxGenJS Presentation</dc:subject>
  <dc:creator>PptxGenJS</dc:creator>
  <cp:lastModifiedBy>Balihar Singh Sohal</cp:lastModifiedBy>
  <cp:revision>1</cp:revision>
  <dcterms:created xsi:type="dcterms:W3CDTF">2026-04-14T16:29:25Z</dcterms:created>
  <dcterms:modified xsi:type="dcterms:W3CDTF">2026-04-14T16:31:16Z</dcterms:modified>
</cp:coreProperties>
</file>